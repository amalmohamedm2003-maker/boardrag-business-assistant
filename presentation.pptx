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Instagram Marketing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 Study by Amal Mohamed M – Data 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an Instagram business page to optimize posting strategy and content mix.</a:t>
            </a:r>
          </a:p>
          <a:p>
            <a:pPr lvl="1"/>
            <a:r>
              <a:t>• 320 posts analyzed (timestamp, media type, caption, metrics)</a:t>
            </a:r>
          </a:p>
          <a:p>
            <a:pPr lvl="1"/>
            <a:r>
              <a:t>• Built a Tableau dashboard with forecasts, best-time-to-post, and ROI 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Data:</a:t>
            </a:r>
          </a:p>
          <a:p>
            <a:pPr lvl="1"/>
            <a:r>
              <a:t>• Post-level metrics: likes, comments, saves, shares, reach, impressions, profile visits, follows</a:t>
            </a:r>
          </a:p>
          <a:p>
            <a:pPr lvl="1"/>
            <a:r>
              <a:t>• Dimensions: timestamp, media type, caption, derived features (day, hour, theme)</a:t>
            </a:r>
          </a:p>
          <a:p>
            <a:pPr/>
          </a:p>
          <a:p>
            <a:pPr/>
            <a:r>
              <a:t>Tools:</a:t>
            </a:r>
          </a:p>
          <a:p>
            <a:pPr lvl="1"/>
            <a:r>
              <a:t>• Tableau (dashboards, story, forecasting)</a:t>
            </a:r>
          </a:p>
          <a:p>
            <a:pPr lvl="1"/>
            <a:r>
              <a:t>• Python (data shaping, synthetic realism, engagement behavior)</a:t>
            </a:r>
          </a:p>
          <a:p>
            <a:pPr lvl="1"/>
            <a:r>
              <a:t>• Excel / CSV + analytical thinking (engagement rate, virality, conversion)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Timing:</a:t>
            </a:r>
          </a:p>
          <a:p>
            <a:pPr lvl="1"/>
            <a:r>
              <a:t>• Weekends (Sat &amp; Sun) show higher engagement than weekdays</a:t>
            </a:r>
          </a:p>
          <a:p>
            <a:pPr lvl="1"/>
            <a:r>
              <a:t>• Best posting window: 7 PM – 11 PM</a:t>
            </a:r>
          </a:p>
          <a:p>
            <a:pPr/>
          </a:p>
          <a:p>
            <a:pPr/>
            <a:r>
              <a:t>Content Format:</a:t>
            </a:r>
          </a:p>
          <a:p>
            <a:pPr lvl="1"/>
            <a:r>
              <a:t>• Reels &gt; Carousels &gt; Images in engagement performance</a:t>
            </a:r>
          </a:p>
          <a:p>
            <a:pPr lvl="1"/>
            <a:r>
              <a:t>• Carousels generate strong saves and shares (good for product storytelling)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Theme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performing themes:</a:t>
            </a:r>
          </a:p>
          <a:p>
            <a:pPr lvl="1"/>
            <a:r>
              <a:t>• New Drop / Launch</a:t>
            </a:r>
          </a:p>
          <a:p>
            <a:pPr lvl="1"/>
            <a:r>
              <a:t>• Styling / Try-On Reels</a:t>
            </a:r>
          </a:p>
          <a:p>
            <a:pPr lvl="1"/>
            <a:r>
              <a:t>• Sale / Promo posts (especially on weekends)</a:t>
            </a:r>
          </a:p>
          <a:p>
            <a:pPr/>
          </a:p>
          <a:p>
            <a:pPr/>
            <a:r>
              <a:t>Support themes:</a:t>
            </a:r>
          </a:p>
          <a:p>
            <a:pPr lvl="1"/>
            <a:r>
              <a:t>• Behind-The-Scenes and Reviews help build trust and depth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Posting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Mix:</a:t>
            </a:r>
          </a:p>
          <a:p>
            <a:pPr lvl="1"/>
            <a:r>
              <a:t>• 50% Reels (try-on, styling, lookbooks)</a:t>
            </a:r>
          </a:p>
          <a:p>
            <a:pPr lvl="1"/>
            <a:r>
              <a:t>• 30% Carousels (new drop highlights, promos, storytelling)</a:t>
            </a:r>
          </a:p>
          <a:p>
            <a:pPr lvl="1"/>
            <a:r>
              <a:t>• 20% Images (branding, aesthetic shots)</a:t>
            </a:r>
          </a:p>
          <a:p>
            <a:pPr/>
          </a:p>
          <a:p>
            <a:pPr/>
            <a:r>
              <a:t>Posting Schedule:</a:t>
            </a:r>
          </a:p>
          <a:p>
            <a:pPr lvl="1"/>
            <a:r>
              <a:t>• Focus on Fri–Sun, 7 PM – 11 PM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by: Amal Mohamed M</a:t>
            </a:r>
          </a:p>
          <a:p>
            <a:pPr lvl="1"/>
            <a:r>
              <a:t>Role: Data Scientist (Marketing Analytics Focus)</a:t>
            </a:r>
          </a:p>
          <a:p>
            <a:pPr lvl="1"/>
            <a:r>
              <a:t>LinkedIn: www.linkedin.com/in/amal-mohamed-m-abb593257</a:t>
            </a:r>
          </a:p>
          <a:p>
            <a:pPr lvl="1"/>
            <a:r>
              <a:t>This project showcases skills in data analysis, visualization, forecasting and business storytelling for social media.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